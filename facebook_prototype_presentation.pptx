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6C83F0-7303-4202-BB5B-B00247EA5FA5}" type="doc">
      <dgm:prSet loTypeId="urn:microsoft.com/office/officeart/2005/8/layout/chart3" loCatId="cycle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AB5E24-2097-46B5-A8D4-25CA5AA74970}">
      <dgm:prSet/>
      <dgm:spPr/>
      <dgm:t>
        <a:bodyPr/>
        <a:lstStyle/>
        <a:p>
          <a:r>
            <a:rPr lang="en-US"/>
            <a:t>Users</a:t>
          </a:r>
        </a:p>
      </dgm:t>
    </dgm:pt>
    <dgm:pt modelId="{3D95DB3C-1A98-41FE-A356-38463EDA5A21}" type="parTrans" cxnId="{8AF2D1EE-7855-4065-89D2-077163E047D5}">
      <dgm:prSet/>
      <dgm:spPr/>
      <dgm:t>
        <a:bodyPr/>
        <a:lstStyle/>
        <a:p>
          <a:endParaRPr lang="en-US"/>
        </a:p>
      </dgm:t>
    </dgm:pt>
    <dgm:pt modelId="{3AEEAC8B-3BF2-4F1A-A9F3-F3DDD08EAD82}" type="sibTrans" cxnId="{8AF2D1EE-7855-4065-89D2-077163E047D5}">
      <dgm:prSet/>
      <dgm:spPr/>
      <dgm:t>
        <a:bodyPr/>
        <a:lstStyle/>
        <a:p>
          <a:endParaRPr lang="en-US"/>
        </a:p>
      </dgm:t>
    </dgm:pt>
    <dgm:pt modelId="{3662C40F-AE90-4B34-922B-0F614555FF89}">
      <dgm:prSet/>
      <dgm:spPr/>
      <dgm:t>
        <a:bodyPr/>
        <a:lstStyle/>
        <a:p>
          <a:r>
            <a:rPr lang="en-US"/>
            <a:t>Posts</a:t>
          </a:r>
        </a:p>
      </dgm:t>
    </dgm:pt>
    <dgm:pt modelId="{CC67CADF-4FB7-45AA-8B2C-E9438F68D16C}" type="parTrans" cxnId="{F828C1D5-58D3-4293-B94C-6678C8E36312}">
      <dgm:prSet/>
      <dgm:spPr/>
      <dgm:t>
        <a:bodyPr/>
        <a:lstStyle/>
        <a:p>
          <a:endParaRPr lang="en-US"/>
        </a:p>
      </dgm:t>
    </dgm:pt>
    <dgm:pt modelId="{67301CE1-DB65-4AF8-B94D-033544F7A08F}" type="sibTrans" cxnId="{F828C1D5-58D3-4293-B94C-6678C8E36312}">
      <dgm:prSet/>
      <dgm:spPr/>
      <dgm:t>
        <a:bodyPr/>
        <a:lstStyle/>
        <a:p>
          <a:endParaRPr lang="en-US"/>
        </a:p>
      </dgm:t>
    </dgm:pt>
    <dgm:pt modelId="{316C30B8-5E66-420D-8128-93B00FD646A2}">
      <dgm:prSet/>
      <dgm:spPr/>
      <dgm:t>
        <a:bodyPr/>
        <a:lstStyle/>
        <a:p>
          <a:r>
            <a:rPr lang="en-US"/>
            <a:t>Likes</a:t>
          </a:r>
        </a:p>
      </dgm:t>
    </dgm:pt>
    <dgm:pt modelId="{30C141D2-56B4-4893-940F-D1075695BC48}" type="parTrans" cxnId="{2F348F7F-E9F1-4B3E-BA8B-6D11D9F542EF}">
      <dgm:prSet/>
      <dgm:spPr/>
      <dgm:t>
        <a:bodyPr/>
        <a:lstStyle/>
        <a:p>
          <a:endParaRPr lang="en-US"/>
        </a:p>
      </dgm:t>
    </dgm:pt>
    <dgm:pt modelId="{3D8FC192-14AD-4E2C-9F5F-F5FFD2E8DE0B}" type="sibTrans" cxnId="{2F348F7F-E9F1-4B3E-BA8B-6D11D9F542EF}">
      <dgm:prSet/>
      <dgm:spPr/>
      <dgm:t>
        <a:bodyPr/>
        <a:lstStyle/>
        <a:p>
          <a:endParaRPr lang="en-US"/>
        </a:p>
      </dgm:t>
    </dgm:pt>
    <dgm:pt modelId="{E33DC7C4-23AF-4639-B24B-5313201DA0D4}">
      <dgm:prSet/>
      <dgm:spPr/>
      <dgm:t>
        <a:bodyPr/>
        <a:lstStyle/>
        <a:p>
          <a:r>
            <a:rPr lang="en-US"/>
            <a:t>Comments</a:t>
          </a:r>
        </a:p>
      </dgm:t>
    </dgm:pt>
    <dgm:pt modelId="{67FB5577-FF3D-408E-A1AC-79B69D867B9B}" type="parTrans" cxnId="{57732FFE-63BA-48EF-85B6-9B3BA88195C4}">
      <dgm:prSet/>
      <dgm:spPr/>
      <dgm:t>
        <a:bodyPr/>
        <a:lstStyle/>
        <a:p>
          <a:endParaRPr lang="en-US"/>
        </a:p>
      </dgm:t>
    </dgm:pt>
    <dgm:pt modelId="{83E0BD49-924B-4F5E-8BA8-D1F42389534D}" type="sibTrans" cxnId="{57732FFE-63BA-48EF-85B6-9B3BA88195C4}">
      <dgm:prSet/>
      <dgm:spPr/>
      <dgm:t>
        <a:bodyPr/>
        <a:lstStyle/>
        <a:p>
          <a:endParaRPr lang="en-US"/>
        </a:p>
      </dgm:t>
    </dgm:pt>
    <dgm:pt modelId="{62CDF937-1D85-465A-9EA3-B1803F83DE77}">
      <dgm:prSet/>
      <dgm:spPr/>
      <dgm:t>
        <a:bodyPr/>
        <a:lstStyle/>
        <a:p>
          <a:r>
            <a:rPr lang="en-US"/>
            <a:t>Friends</a:t>
          </a:r>
        </a:p>
      </dgm:t>
    </dgm:pt>
    <dgm:pt modelId="{45B9F537-CE52-4329-B670-FCAFF4CDE4E8}" type="parTrans" cxnId="{AFC179D3-9A55-4DB0-9ECB-ECC0B7D0ED62}">
      <dgm:prSet/>
      <dgm:spPr/>
      <dgm:t>
        <a:bodyPr/>
        <a:lstStyle/>
        <a:p>
          <a:endParaRPr lang="en-US"/>
        </a:p>
      </dgm:t>
    </dgm:pt>
    <dgm:pt modelId="{22C4AEB8-E3B5-40A3-89FA-730B5C2AE3E3}" type="sibTrans" cxnId="{AFC179D3-9A55-4DB0-9ECB-ECC0B7D0ED62}">
      <dgm:prSet/>
      <dgm:spPr/>
      <dgm:t>
        <a:bodyPr/>
        <a:lstStyle/>
        <a:p>
          <a:endParaRPr lang="en-US"/>
        </a:p>
      </dgm:t>
    </dgm:pt>
    <dgm:pt modelId="{DFDD7048-8A95-4186-9CFC-CD7C1DD64906}" type="pres">
      <dgm:prSet presAssocID="{306C83F0-7303-4202-BB5B-B00247EA5FA5}" presName="compositeShape" presStyleCnt="0">
        <dgm:presLayoutVars>
          <dgm:chMax val="7"/>
          <dgm:dir/>
          <dgm:resizeHandles val="exact"/>
        </dgm:presLayoutVars>
      </dgm:prSet>
      <dgm:spPr/>
    </dgm:pt>
    <dgm:pt modelId="{4ABD471F-C78C-4966-9E76-3A1BE801A0B5}" type="pres">
      <dgm:prSet presAssocID="{306C83F0-7303-4202-BB5B-B00247EA5FA5}" presName="wedge1" presStyleLbl="node1" presStyleIdx="0" presStyleCnt="5"/>
      <dgm:spPr/>
    </dgm:pt>
    <dgm:pt modelId="{A931DF64-8676-4E81-AE38-8BA2300D1605}" type="pres">
      <dgm:prSet presAssocID="{306C83F0-7303-4202-BB5B-B00247EA5FA5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8FBEC969-1D1D-481E-9C5D-11BC717361AC}" type="pres">
      <dgm:prSet presAssocID="{306C83F0-7303-4202-BB5B-B00247EA5FA5}" presName="wedge2" presStyleLbl="node1" presStyleIdx="1" presStyleCnt="5"/>
      <dgm:spPr/>
    </dgm:pt>
    <dgm:pt modelId="{A99E02A8-442F-4D09-83BF-7E0A6D2F2658}" type="pres">
      <dgm:prSet presAssocID="{306C83F0-7303-4202-BB5B-B00247EA5FA5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69C178D6-5EB9-4556-A3B6-E77FEA93E097}" type="pres">
      <dgm:prSet presAssocID="{306C83F0-7303-4202-BB5B-B00247EA5FA5}" presName="wedge3" presStyleLbl="node1" presStyleIdx="2" presStyleCnt="5"/>
      <dgm:spPr/>
    </dgm:pt>
    <dgm:pt modelId="{C349BC96-F27B-4766-864B-0085B426CA6E}" type="pres">
      <dgm:prSet presAssocID="{306C83F0-7303-4202-BB5B-B00247EA5FA5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C55D8B98-1798-4715-8CD0-55C85B5E3996}" type="pres">
      <dgm:prSet presAssocID="{306C83F0-7303-4202-BB5B-B00247EA5FA5}" presName="wedge4" presStyleLbl="node1" presStyleIdx="3" presStyleCnt="5"/>
      <dgm:spPr/>
    </dgm:pt>
    <dgm:pt modelId="{6DB5E75B-2383-4F3C-AC8E-39BE9640D127}" type="pres">
      <dgm:prSet presAssocID="{306C83F0-7303-4202-BB5B-B00247EA5FA5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043BE19-3D6C-42D8-A92C-701425D98796}" type="pres">
      <dgm:prSet presAssocID="{306C83F0-7303-4202-BB5B-B00247EA5FA5}" presName="wedge5" presStyleLbl="node1" presStyleIdx="4" presStyleCnt="5"/>
      <dgm:spPr/>
    </dgm:pt>
    <dgm:pt modelId="{CE3335BA-5300-48CD-8BE0-766A221E450D}" type="pres">
      <dgm:prSet presAssocID="{306C83F0-7303-4202-BB5B-B00247EA5FA5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DA0BF0D-D0A0-41FC-8996-678C9F9A73EC}" type="presOf" srcId="{3662C40F-AE90-4B34-922B-0F614555FF89}" destId="{A99E02A8-442F-4D09-83BF-7E0A6D2F2658}" srcOrd="1" destOrd="0" presId="urn:microsoft.com/office/officeart/2005/8/layout/chart3"/>
    <dgm:cxn modelId="{E987541A-B7D1-4D7A-83FC-3F4B0FA28CF1}" type="presOf" srcId="{3662C40F-AE90-4B34-922B-0F614555FF89}" destId="{8FBEC969-1D1D-481E-9C5D-11BC717361AC}" srcOrd="0" destOrd="0" presId="urn:microsoft.com/office/officeart/2005/8/layout/chart3"/>
    <dgm:cxn modelId="{6866DB1F-EEEF-4DA1-A18B-DD1A23911C85}" type="presOf" srcId="{E33DC7C4-23AF-4639-B24B-5313201DA0D4}" destId="{6DB5E75B-2383-4F3C-AC8E-39BE9640D127}" srcOrd="1" destOrd="0" presId="urn:microsoft.com/office/officeart/2005/8/layout/chart3"/>
    <dgm:cxn modelId="{4DC41223-A49C-40E0-84D0-3BE229D12D71}" type="presOf" srcId="{E33DC7C4-23AF-4639-B24B-5313201DA0D4}" destId="{C55D8B98-1798-4715-8CD0-55C85B5E3996}" srcOrd="0" destOrd="0" presId="urn:microsoft.com/office/officeart/2005/8/layout/chart3"/>
    <dgm:cxn modelId="{6C896738-5941-417E-A328-C8DC5C30B7D4}" type="presOf" srcId="{316C30B8-5E66-420D-8128-93B00FD646A2}" destId="{C349BC96-F27B-4766-864B-0085B426CA6E}" srcOrd="1" destOrd="0" presId="urn:microsoft.com/office/officeart/2005/8/layout/chart3"/>
    <dgm:cxn modelId="{2F348F7F-E9F1-4B3E-BA8B-6D11D9F542EF}" srcId="{306C83F0-7303-4202-BB5B-B00247EA5FA5}" destId="{316C30B8-5E66-420D-8128-93B00FD646A2}" srcOrd="2" destOrd="0" parTransId="{30C141D2-56B4-4893-940F-D1075695BC48}" sibTransId="{3D8FC192-14AD-4E2C-9F5F-F5FFD2E8DE0B}"/>
    <dgm:cxn modelId="{97C03D95-C4ED-4803-904F-7DF58FF8C413}" type="presOf" srcId="{62CDF937-1D85-465A-9EA3-B1803F83DE77}" destId="{CE3335BA-5300-48CD-8BE0-766A221E450D}" srcOrd="1" destOrd="0" presId="urn:microsoft.com/office/officeart/2005/8/layout/chart3"/>
    <dgm:cxn modelId="{AE767899-787F-48C3-AAB9-CF5A2DFB62AE}" type="presOf" srcId="{62CDF937-1D85-465A-9EA3-B1803F83DE77}" destId="{8043BE19-3D6C-42D8-A92C-701425D98796}" srcOrd="0" destOrd="0" presId="urn:microsoft.com/office/officeart/2005/8/layout/chart3"/>
    <dgm:cxn modelId="{5E01469A-B6FB-4607-9300-F9D789766C0E}" type="presOf" srcId="{316C30B8-5E66-420D-8128-93B00FD646A2}" destId="{69C178D6-5EB9-4556-A3B6-E77FEA93E097}" srcOrd="0" destOrd="0" presId="urn:microsoft.com/office/officeart/2005/8/layout/chart3"/>
    <dgm:cxn modelId="{B084069D-67BE-40F2-BA93-E7F2FFA45C35}" type="presOf" srcId="{2CAB5E24-2097-46B5-A8D4-25CA5AA74970}" destId="{4ABD471F-C78C-4966-9E76-3A1BE801A0B5}" srcOrd="0" destOrd="0" presId="urn:microsoft.com/office/officeart/2005/8/layout/chart3"/>
    <dgm:cxn modelId="{CBAFB4BD-3CCD-47F3-90A9-74E358DE372E}" type="presOf" srcId="{2CAB5E24-2097-46B5-A8D4-25CA5AA74970}" destId="{A931DF64-8676-4E81-AE38-8BA2300D1605}" srcOrd="1" destOrd="0" presId="urn:microsoft.com/office/officeart/2005/8/layout/chart3"/>
    <dgm:cxn modelId="{1C5AD9CF-E3B7-4CB3-929A-CEA68B1CBF57}" type="presOf" srcId="{306C83F0-7303-4202-BB5B-B00247EA5FA5}" destId="{DFDD7048-8A95-4186-9CFC-CD7C1DD64906}" srcOrd="0" destOrd="0" presId="urn:microsoft.com/office/officeart/2005/8/layout/chart3"/>
    <dgm:cxn modelId="{AFC179D3-9A55-4DB0-9ECB-ECC0B7D0ED62}" srcId="{306C83F0-7303-4202-BB5B-B00247EA5FA5}" destId="{62CDF937-1D85-465A-9EA3-B1803F83DE77}" srcOrd="4" destOrd="0" parTransId="{45B9F537-CE52-4329-B670-FCAFF4CDE4E8}" sibTransId="{22C4AEB8-E3B5-40A3-89FA-730B5C2AE3E3}"/>
    <dgm:cxn modelId="{F828C1D5-58D3-4293-B94C-6678C8E36312}" srcId="{306C83F0-7303-4202-BB5B-B00247EA5FA5}" destId="{3662C40F-AE90-4B34-922B-0F614555FF89}" srcOrd="1" destOrd="0" parTransId="{CC67CADF-4FB7-45AA-8B2C-E9438F68D16C}" sibTransId="{67301CE1-DB65-4AF8-B94D-033544F7A08F}"/>
    <dgm:cxn modelId="{8AF2D1EE-7855-4065-89D2-077163E047D5}" srcId="{306C83F0-7303-4202-BB5B-B00247EA5FA5}" destId="{2CAB5E24-2097-46B5-A8D4-25CA5AA74970}" srcOrd="0" destOrd="0" parTransId="{3D95DB3C-1A98-41FE-A356-38463EDA5A21}" sibTransId="{3AEEAC8B-3BF2-4F1A-A9F3-F3DDD08EAD82}"/>
    <dgm:cxn modelId="{57732FFE-63BA-48EF-85B6-9B3BA88195C4}" srcId="{306C83F0-7303-4202-BB5B-B00247EA5FA5}" destId="{E33DC7C4-23AF-4639-B24B-5313201DA0D4}" srcOrd="3" destOrd="0" parTransId="{67FB5577-FF3D-408E-A1AC-79B69D867B9B}" sibTransId="{83E0BD49-924B-4F5E-8BA8-D1F42389534D}"/>
    <dgm:cxn modelId="{7A60DF6B-949B-4B31-ABB4-096DFECB9016}" type="presParOf" srcId="{DFDD7048-8A95-4186-9CFC-CD7C1DD64906}" destId="{4ABD471F-C78C-4966-9E76-3A1BE801A0B5}" srcOrd="0" destOrd="0" presId="urn:microsoft.com/office/officeart/2005/8/layout/chart3"/>
    <dgm:cxn modelId="{AAD8845B-55A2-4658-A16B-9760448FAFAA}" type="presParOf" srcId="{DFDD7048-8A95-4186-9CFC-CD7C1DD64906}" destId="{A931DF64-8676-4E81-AE38-8BA2300D1605}" srcOrd="1" destOrd="0" presId="urn:microsoft.com/office/officeart/2005/8/layout/chart3"/>
    <dgm:cxn modelId="{E134D429-B0A7-4051-A60C-F43A44BADD79}" type="presParOf" srcId="{DFDD7048-8A95-4186-9CFC-CD7C1DD64906}" destId="{8FBEC969-1D1D-481E-9C5D-11BC717361AC}" srcOrd="2" destOrd="0" presId="urn:microsoft.com/office/officeart/2005/8/layout/chart3"/>
    <dgm:cxn modelId="{EEE046D4-7F01-463C-A361-A4AFE1725A0F}" type="presParOf" srcId="{DFDD7048-8A95-4186-9CFC-CD7C1DD64906}" destId="{A99E02A8-442F-4D09-83BF-7E0A6D2F2658}" srcOrd="3" destOrd="0" presId="urn:microsoft.com/office/officeart/2005/8/layout/chart3"/>
    <dgm:cxn modelId="{912E2C1A-527E-47A2-A7E7-D284382E4057}" type="presParOf" srcId="{DFDD7048-8A95-4186-9CFC-CD7C1DD64906}" destId="{69C178D6-5EB9-4556-A3B6-E77FEA93E097}" srcOrd="4" destOrd="0" presId="urn:microsoft.com/office/officeart/2005/8/layout/chart3"/>
    <dgm:cxn modelId="{7A811D2E-361C-4463-91BA-501F186E26F8}" type="presParOf" srcId="{DFDD7048-8A95-4186-9CFC-CD7C1DD64906}" destId="{C349BC96-F27B-4766-864B-0085B426CA6E}" srcOrd="5" destOrd="0" presId="urn:microsoft.com/office/officeart/2005/8/layout/chart3"/>
    <dgm:cxn modelId="{BCD31BB4-F4AE-45C7-B383-7A62069F2A7A}" type="presParOf" srcId="{DFDD7048-8A95-4186-9CFC-CD7C1DD64906}" destId="{C55D8B98-1798-4715-8CD0-55C85B5E3996}" srcOrd="6" destOrd="0" presId="urn:microsoft.com/office/officeart/2005/8/layout/chart3"/>
    <dgm:cxn modelId="{A69E0598-8E6E-4576-86D4-85BC517E959C}" type="presParOf" srcId="{DFDD7048-8A95-4186-9CFC-CD7C1DD64906}" destId="{6DB5E75B-2383-4F3C-AC8E-39BE9640D127}" srcOrd="7" destOrd="0" presId="urn:microsoft.com/office/officeart/2005/8/layout/chart3"/>
    <dgm:cxn modelId="{C40BF8FD-D03F-4E98-8889-E922E34AABF4}" type="presParOf" srcId="{DFDD7048-8A95-4186-9CFC-CD7C1DD64906}" destId="{8043BE19-3D6C-42D8-A92C-701425D98796}" srcOrd="8" destOrd="0" presId="urn:microsoft.com/office/officeart/2005/8/layout/chart3"/>
    <dgm:cxn modelId="{BCCCB46C-960B-4867-92B0-80AAEDBAE9C0}" type="presParOf" srcId="{DFDD7048-8A95-4186-9CFC-CD7C1DD64906}" destId="{CE3335BA-5300-48CD-8BE0-766A221E450D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BD471F-C78C-4966-9E76-3A1BE801A0B5}">
      <dsp:nvSpPr>
        <dsp:cNvPr id="0" name=""/>
        <dsp:cNvSpPr/>
      </dsp:nvSpPr>
      <dsp:spPr>
        <a:xfrm>
          <a:off x="400834" y="303503"/>
          <a:ext cx="3555444" cy="3555444"/>
        </a:xfrm>
        <a:prstGeom prst="pie">
          <a:avLst>
            <a:gd name="adj1" fmla="val 16200000"/>
            <a:gd name="adj2" fmla="val 2052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3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Users</a:t>
          </a:r>
        </a:p>
      </dsp:txBody>
      <dsp:txXfrm>
        <a:off x="2223422" y="834703"/>
        <a:ext cx="1206311" cy="825371"/>
      </dsp:txXfrm>
    </dsp:sp>
    <dsp:sp modelId="{8FBEC969-1D1D-481E-9C5D-11BC717361AC}">
      <dsp:nvSpPr>
        <dsp:cNvPr id="0" name=""/>
        <dsp:cNvSpPr/>
      </dsp:nvSpPr>
      <dsp:spPr>
        <a:xfrm>
          <a:off x="276393" y="474926"/>
          <a:ext cx="3555444" cy="3555444"/>
        </a:xfrm>
        <a:prstGeom prst="pie">
          <a:avLst>
            <a:gd name="adj1" fmla="val 20520000"/>
            <a:gd name="adj2" fmla="val 324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3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Posts</a:t>
          </a:r>
        </a:p>
      </dsp:txBody>
      <dsp:txXfrm>
        <a:off x="2600130" y="2083342"/>
        <a:ext cx="1058168" cy="893093"/>
      </dsp:txXfrm>
    </dsp:sp>
    <dsp:sp modelId="{69C178D6-5EB9-4556-A3B6-E77FEA93E097}">
      <dsp:nvSpPr>
        <dsp:cNvPr id="0" name=""/>
        <dsp:cNvSpPr/>
      </dsp:nvSpPr>
      <dsp:spPr>
        <a:xfrm>
          <a:off x="276393" y="474926"/>
          <a:ext cx="3555444" cy="3555444"/>
        </a:xfrm>
        <a:prstGeom prst="pie">
          <a:avLst>
            <a:gd name="adj1" fmla="val 3240000"/>
            <a:gd name="adj2" fmla="val 756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3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Likes</a:t>
          </a:r>
        </a:p>
      </dsp:txBody>
      <dsp:txXfrm>
        <a:off x="1419214" y="3141510"/>
        <a:ext cx="1269801" cy="761880"/>
      </dsp:txXfrm>
    </dsp:sp>
    <dsp:sp modelId="{C55D8B98-1798-4715-8CD0-55C85B5E3996}">
      <dsp:nvSpPr>
        <dsp:cNvPr id="0" name=""/>
        <dsp:cNvSpPr/>
      </dsp:nvSpPr>
      <dsp:spPr>
        <a:xfrm>
          <a:off x="276393" y="474926"/>
          <a:ext cx="3555444" cy="3555444"/>
        </a:xfrm>
        <a:prstGeom prst="pie">
          <a:avLst>
            <a:gd name="adj1" fmla="val 7560000"/>
            <a:gd name="adj2" fmla="val 1188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3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Comments</a:t>
          </a:r>
        </a:p>
      </dsp:txBody>
      <dsp:txXfrm>
        <a:off x="445700" y="2083342"/>
        <a:ext cx="1058168" cy="893093"/>
      </dsp:txXfrm>
    </dsp:sp>
    <dsp:sp modelId="{8043BE19-3D6C-42D8-A92C-701425D98796}">
      <dsp:nvSpPr>
        <dsp:cNvPr id="0" name=""/>
        <dsp:cNvSpPr/>
      </dsp:nvSpPr>
      <dsp:spPr>
        <a:xfrm>
          <a:off x="276393" y="474926"/>
          <a:ext cx="3555444" cy="3555444"/>
        </a:xfrm>
        <a:prstGeom prst="pie">
          <a:avLst>
            <a:gd name="adj1" fmla="val 1188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3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Friends</a:t>
          </a:r>
        </a:p>
      </dsp:txBody>
      <dsp:txXfrm>
        <a:off x="794895" y="1016708"/>
        <a:ext cx="1206311" cy="8253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B5B41-0BF5-4417-943A-1ABA911E781D}" type="datetimeFigureOut">
              <a:rPr lang="en-GH" smtClean="0"/>
              <a:t>29/04/2026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BA7DD-7FC0-4AE5-84EB-C8F60F6C3675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04185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BA7DD-7FC0-4AE5-84EB-C8F60F6C3675}" type="slidenum">
              <a:rPr lang="en-GH" smtClean="0"/>
              <a:t>11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7306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89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34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88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85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35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9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3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28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9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31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398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051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5039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23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68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10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4796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09B08A-C1EC-478C-86AF-60ADE06D9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217" y="685800"/>
            <a:ext cx="3613992" cy="4603749"/>
          </a:xfrm>
        </p:spPr>
        <p:txBody>
          <a:bodyPr>
            <a:normAutofit/>
          </a:bodyPr>
          <a:lstStyle/>
          <a:p>
            <a:pPr algn="r"/>
            <a:r>
              <a:rPr lang="en-US" sz="4500"/>
              <a:t>Facebook Prototype Project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1CC330-4259-4C32-BF8B-5FE13FFAB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1999" y="0"/>
            <a:ext cx="4572001" cy="6858000"/>
          </a:xfrm>
          <a:prstGeom prst="rect">
            <a:avLst/>
          </a:prstGeom>
          <a:solidFill>
            <a:schemeClr val="bg2">
              <a:alpha val="97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9238" y="685800"/>
            <a:ext cx="3659219" cy="460375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Bridget Mc-Addy</a:t>
            </a:r>
          </a:p>
          <a:p>
            <a:r>
              <a:rPr lang="en-US">
                <a:solidFill>
                  <a:schemeClr val="tx1"/>
                </a:solidFill>
              </a:rPr>
              <a:t>Prototype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Prototype of Facebook</a:t>
            </a:r>
          </a:p>
          <a:p>
            <a:r>
              <a:t>Focus on core features and database design</a:t>
            </a:r>
          </a:p>
          <a:p>
            <a:r>
              <a:t>Using PostgreSQL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users</a:t>
            </a:r>
          </a:p>
          <a:p>
            <a:r>
              <a:t>Share posts</a:t>
            </a:r>
          </a:p>
          <a:p>
            <a:r>
              <a:t>Interact through likes, comments, and friendships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registration &amp; login</a:t>
            </a:r>
          </a:p>
          <a:p>
            <a:r>
              <a:t>Create posts</a:t>
            </a:r>
          </a:p>
          <a:p>
            <a:r>
              <a:t>Like posts</a:t>
            </a:r>
          </a:p>
          <a:p>
            <a:r>
              <a:t>Comment on posts</a:t>
            </a:r>
          </a:p>
          <a:p>
            <a:r>
              <a:t>Friend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Django (Python)</a:t>
            </a:r>
          </a:p>
          <a:p>
            <a:r>
              <a:t>Database: PostgreSQL</a:t>
            </a:r>
          </a:p>
          <a:p>
            <a:r>
              <a:t>Frontend: HTML &amp; CSS</a:t>
            </a:r>
          </a:p>
          <a:p>
            <a:r>
              <a:t>Version Control: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C5530E-85F5-4469-A5C9-54B113C11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532" y="620722"/>
            <a:ext cx="2740574" cy="3532989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Database Tables</a:t>
            </a:r>
          </a:p>
        </p:txBody>
      </p:sp>
      <p:sp useBgFill="1">
        <p:nvSpPr>
          <p:cNvPr id="11" name="Snip Diagonal Corner Rectangle 21">
            <a:extLst>
              <a:ext uri="{FF2B5EF4-FFF2-40B4-BE49-F238E27FC236}">
                <a16:creationId xmlns:a16="http://schemas.microsoft.com/office/drawing/2014/main" id="{A9CEB52D-0D40-45E3-94F9-CDB2083A9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500" y="620722"/>
            <a:ext cx="4931622" cy="5286838"/>
          </a:xfrm>
          <a:prstGeom prst="snip2DiagRect">
            <a:avLst>
              <a:gd name="adj1" fmla="val 8741"/>
              <a:gd name="adj2" fmla="val 0"/>
            </a:avLst>
          </a:prstGeom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7EB202-DE79-4E39-BCF0-D9855DA1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DF8FC51-F3B0-4D84-A367-A14707163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B3C3EDB-3DD5-4F8C-84C2-B598DB12A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DD3267-7A88-4810-94C1-0176A11D9C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9F7E30E-9755-4BB4-B799-15752AE27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A0A74F5-C569-4A54-9AA8-8F85E9E7E0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1E988E-3D85-A408-3A08-EDF14EC17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7724343"/>
              </p:ext>
            </p:extLst>
          </p:nvPr>
        </p:nvGraphicFramePr>
        <p:xfrm>
          <a:off x="823912" y="1096963"/>
          <a:ext cx="4232672" cy="4333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user → many posts</a:t>
            </a:r>
          </a:p>
          <a:p>
            <a:r>
              <a:t>One post → many likes/comments</a:t>
            </a:r>
          </a:p>
          <a:p>
            <a:r>
              <a:t>Users ↔ users (many-to-many)</a:t>
            </a:r>
          </a:p>
          <a:p>
            <a:r>
              <a:t>Using foreign keys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guidance</a:t>
            </a:r>
          </a:p>
          <a:p>
            <a:r>
              <a:t>All outputs reviewed and understood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E7E84-4BBA-39AE-2CA4-C28733305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897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logs in</a:t>
            </a:r>
          </a:p>
          <a:p>
            <a:r>
              <a:t>Creates post</a:t>
            </a:r>
          </a:p>
          <a:p>
            <a:r>
              <a:t>Others like/comment</a:t>
            </a:r>
          </a:p>
          <a:p>
            <a:r>
              <a:t>Users become friends</a:t>
            </a:r>
          </a:p>
          <a:p>
            <a:r>
              <a:t>Data stored in PostgreSQL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Key: Unique ID</a:t>
            </a:r>
          </a:p>
          <a:p>
            <a:r>
              <a:t>Foreign Key: Connects tables</a:t>
            </a:r>
          </a:p>
          <a:p>
            <a:r>
              <a:t>One-to-Many</a:t>
            </a:r>
          </a:p>
          <a:p>
            <a:r>
              <a:t>Many-to-Many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9403C7F-76AE-4587-92A2-D4E41EBE6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3934" y="4487332"/>
            <a:ext cx="4220368" cy="1507067"/>
          </a:xfrm>
        </p:spPr>
        <p:txBody>
          <a:bodyPr>
            <a:normAutofit/>
          </a:bodyPr>
          <a:lstStyle/>
          <a:p>
            <a:r>
              <a:t>Conclusion</a:t>
            </a:r>
          </a:p>
        </p:txBody>
      </p:sp>
      <p:pic>
        <p:nvPicPr>
          <p:cNvPr id="5" name="Picture 4" descr="3D black and red cube illustration">
            <a:extLst>
              <a:ext uri="{FF2B5EF4-FFF2-40B4-BE49-F238E27FC236}">
                <a16:creationId xmlns:a16="http://schemas.microsoft.com/office/drawing/2014/main" id="{6BCC1315-1FF3-4BC6-7CFA-C691FE89DE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16" r="42805"/>
          <a:stretch>
            <a:fillRect/>
          </a:stretch>
        </p:blipFill>
        <p:spPr>
          <a:xfrm>
            <a:off x="623" y="10"/>
            <a:ext cx="262651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459" y="685800"/>
            <a:ext cx="4969554" cy="3615267"/>
          </a:xfrm>
        </p:spPr>
        <p:txBody>
          <a:bodyPr>
            <a:normAutofit/>
          </a:bodyPr>
          <a:lstStyle/>
          <a:p>
            <a:r>
              <a:t>Demonstrates social media system design</a:t>
            </a:r>
          </a:p>
          <a:p>
            <a:r>
              <a:t>Focus on database and relationships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6C71778-3DDA-4748-AEBB-2A4B75016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A1F5C7D-5183-424E-BD72-BBFC59C5A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848F76E-D8DE-4826-901B-4E4090240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AE84420-E672-4A16-8384-42BDDC4A9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44D91EB-FA8D-4FD3-88F8-053F9962B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56B711F-46BD-4789-926C-CF2F01F71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</TotalTime>
  <Words>152</Words>
  <Application>Microsoft Office PowerPoint</Application>
  <PresentationFormat>On-screen Show (4:3)</PresentationFormat>
  <Paragraphs>51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Century Gothic</vt:lpstr>
      <vt:lpstr>Wingdings 3</vt:lpstr>
      <vt:lpstr>Slice</vt:lpstr>
      <vt:lpstr>Facebook Prototype Project</vt:lpstr>
      <vt:lpstr>Introduction</vt:lpstr>
      <vt:lpstr>Purpose</vt:lpstr>
      <vt:lpstr>Core Features</vt:lpstr>
      <vt:lpstr>Technology Stack</vt:lpstr>
      <vt:lpstr>Database Tables</vt:lpstr>
      <vt:lpstr>Relationships</vt:lpstr>
      <vt:lpstr>Use of AI</vt:lpstr>
      <vt:lpstr>System Flow</vt:lpstr>
      <vt:lpstr>Key Concepts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CoS IT Office</cp:lastModifiedBy>
  <cp:revision>4</cp:revision>
  <dcterms:created xsi:type="dcterms:W3CDTF">2013-01-27T09:14:16Z</dcterms:created>
  <dcterms:modified xsi:type="dcterms:W3CDTF">2026-04-29T09:11:50Z</dcterms:modified>
  <cp:category/>
</cp:coreProperties>
</file>